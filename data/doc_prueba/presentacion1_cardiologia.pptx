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CARDIOLOGÍA CLÍNICA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Enfermedades Cardiovasculares y Tratamiento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Cardiopatía Isquémica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Fisiopatología:</a:t>
            </a:r>
          </a:p>
          <a:p>
            <a:pPr lvl="1"/>
            <a:r>
              <a:t>Aterosclerosis coronaria con formación de placas</a:t>
            </a:r>
          </a:p>
          <a:p>
            <a:pPr lvl="1"/>
            <a:r>
              <a:t>Reducción del flujo sanguíneo miocárdico</a:t>
            </a:r>
          </a:p>
          <a:p>
            <a:pPr lvl="1"/>
            <a:r>
              <a:t>Isquemia y necrosis del tejido cardíaco</a:t>
            </a:r>
          </a:p>
          <a:p>
            <a:r>
              <a:t>Manifestaciones:</a:t>
            </a:r>
          </a:p>
          <a:p>
            <a:pPr lvl="1"/>
            <a:r>
              <a:t>Angina de pecho estable e inestable</a:t>
            </a:r>
          </a:p>
          <a:p>
            <a:pPr lvl="1"/>
            <a:r>
              <a:t>Infarto agudo de miocardio (IAM)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Insuficiencia Cardíaca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Clasificación NYHA (New York Heart Association):</a:t>
            </a:r>
          </a:p>
          <a:p>
            <a:pPr lvl="1"/>
            <a:r>
              <a:t>Clase I: Sin limitación de actividad física</a:t>
            </a:r>
          </a:p>
          <a:p>
            <a:pPr lvl="1"/>
            <a:r>
              <a:t>Clase II: Ligera limitación</a:t>
            </a:r>
          </a:p>
          <a:p>
            <a:pPr lvl="1"/>
            <a:r>
              <a:t>Clase III: Marcada limitación</a:t>
            </a:r>
          </a:p>
          <a:p>
            <a:pPr lvl="1"/>
            <a:r>
              <a:t>Clase IV: Síntomas en reposo</a:t>
            </a:r>
          </a:p>
          <a:p>
            <a:r>
              <a:t>Tratamiento: IECA, betabloqueadores, diuréticos, espironolactona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Arritmias Cardíacas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Fibrilación Auricular:</a:t>
            </a:r>
          </a:p>
          <a:p>
            <a:pPr lvl="1"/>
            <a:r>
              <a:t>Arritmia sostenida más frecuente</a:t>
            </a:r>
          </a:p>
          <a:p>
            <a:pPr lvl="1"/>
            <a:r>
              <a:t>Ritmo irregular sin ondas P definidas</a:t>
            </a:r>
          </a:p>
          <a:p>
            <a:pPr lvl="1"/>
            <a:r>
              <a:t>Anticoagulación: warfarina, apixaban, rivaroxaban</a:t>
            </a:r>
          </a:p>
          <a:p>
            <a:pPr lvl="1"/>
            <a:r>
              <a:t>Escala CHA₂DS₂-VASc para riesgo tromboembólico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
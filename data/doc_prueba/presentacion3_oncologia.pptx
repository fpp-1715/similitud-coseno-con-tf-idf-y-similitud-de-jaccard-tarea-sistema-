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ONCOLOGÍA MÉDICA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Bases Moleculares y Tratamiento del Cáncer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Biología del Cáncer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Hallmarks del Cáncer (Hanahan &amp; Weinberg):</a:t>
            </a:r>
          </a:p>
          <a:p>
            <a:pPr lvl="1"/>
            <a:r>
              <a:t>Autosuficiencia en señales de crecimiento</a:t>
            </a:r>
          </a:p>
          <a:p>
            <a:pPr lvl="1"/>
            <a:r>
              <a:t>Insensibilidad a señales antiproliferativas</a:t>
            </a:r>
          </a:p>
          <a:p>
            <a:pPr lvl="1"/>
            <a:r>
              <a:t>Evasión de apoptosis</a:t>
            </a:r>
          </a:p>
          <a:p>
            <a:pPr lvl="1"/>
            <a:r>
              <a:t>Potencial replicativo ilimitado</a:t>
            </a:r>
          </a:p>
          <a:p>
            <a:pPr lvl="1"/>
            <a:r>
              <a:t>Angiogénesis sostenida</a:t>
            </a:r>
          </a:p>
          <a:p>
            <a:pPr lvl="1"/>
            <a:r>
              <a:t>Invasión tisular y metástasis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Carcinoma de Pulmón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Clasificación Histológica:</a:t>
            </a:r>
          </a:p>
          <a:p>
            <a:pPr lvl="1"/>
            <a:r>
              <a:t>Células no pequeñas (85%): Adenocarcinoma, escamoso, células grandes</a:t>
            </a:r>
          </a:p>
          <a:p>
            <a:pPr lvl="1"/>
            <a:r>
              <a:t>Células pequeñas (15%): Altamente agresivo</a:t>
            </a:r>
          </a:p>
          <a:p>
            <a:r>
              <a:t>Biomarcadores:</a:t>
            </a:r>
          </a:p>
          <a:p>
            <a:pPr lvl="1"/>
            <a:r>
              <a:t>Mutaciones EGFR: Tratamiento con erlotinib, gefitinib</a:t>
            </a:r>
          </a:p>
          <a:p>
            <a:pPr lvl="1"/>
            <a:r>
              <a:t>Reordenamiento ALK: Tratamiento con crizotinib, alectinib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Inmunoterapia Oncológica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Inhibidores de Checkpoint Inmunológico:</a:t>
            </a:r>
          </a:p>
          <a:p>
            <a:pPr lvl="1"/>
            <a:r>
              <a:t>Anti-PD-1: Pembrolizumab, Nivolumab</a:t>
            </a:r>
          </a:p>
          <a:p>
            <a:pPr lvl="1"/>
            <a:r>
              <a:t>Anti-PD-L1: Atezolizumab, Durvalumab</a:t>
            </a:r>
          </a:p>
          <a:p>
            <a:pPr lvl="1"/>
            <a:r>
              <a:t>Anti-CTLA-4: Ipilimumab</a:t>
            </a:r>
          </a:p>
          <a:p>
            <a:r>
              <a:t>Mecanismo: Restauración de respuesta inmune antitumoral</a:t>
            </a:r>
          </a:p>
          <a:p>
            <a:r>
              <a:t>Efectos adversos: Reacciones autoinmunes (colitis, neumonitis, hepatitis)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
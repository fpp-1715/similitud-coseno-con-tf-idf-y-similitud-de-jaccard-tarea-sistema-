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NEUROLOGÍA CLÍNICA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Enfermedades del Sistema Nervioso Central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Enfermedad de Alzheimer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Características Neuropatológicas:</a:t>
            </a:r>
          </a:p>
          <a:p>
            <a:pPr lvl="1"/>
            <a:r>
              <a:t>Placas seniles (depósitos de β-amiloide)</a:t>
            </a:r>
          </a:p>
          <a:p>
            <a:pPr lvl="1"/>
            <a:r>
              <a:t>Ovillos neurofibrilares (proteína tau)</a:t>
            </a:r>
          </a:p>
          <a:p>
            <a:pPr lvl="1"/>
            <a:r>
              <a:t>Atrofia cortical y pérdida neuronal</a:t>
            </a:r>
          </a:p>
          <a:p>
            <a:r>
              <a:t>Tratamiento: Inhibidores de colinesterasa (donepezilo, rivastigmina)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Enfermedad de Parkinson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Tríada Clásica:</a:t>
            </a:r>
          </a:p>
          <a:p>
            <a:pPr lvl="1"/>
            <a:r>
              <a:t>Temblor de reposo (4-6 Hz)</a:t>
            </a:r>
          </a:p>
          <a:p>
            <a:pPr lvl="1"/>
            <a:r>
              <a:t>Rigidez muscular en rueda dentada</a:t>
            </a:r>
          </a:p>
          <a:p>
            <a:pPr lvl="1"/>
            <a:r>
              <a:t>Bradicinesia y acinesia</a:t>
            </a:r>
          </a:p>
          <a:p>
            <a:r>
              <a:t>Fisiopatología: Degeneración de neuronas dopaminérgicas en sustancia negra</a:t>
            </a:r>
          </a:p>
          <a:p>
            <a:r>
              <a:t>Tratamiento: Levodopa/carbidopa, agonistas dopaminérgicos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Accidente Cerebrovascular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Ictus Isquémico (85%):</a:t>
            </a:r>
          </a:p>
          <a:p>
            <a:pPr lvl="1"/>
            <a:r>
              <a:t>Aterotrombótico (20-25%)</a:t>
            </a:r>
          </a:p>
          <a:p>
            <a:pPr lvl="1"/>
            <a:r>
              <a:t>Cardioembólico (20%)</a:t>
            </a:r>
          </a:p>
          <a:p>
            <a:pPr lvl="1"/>
            <a:r>
              <a:t>Lacunar (25%)</a:t>
            </a:r>
          </a:p>
          <a:p>
            <a:r>
              <a:t>Ventana terapéutica: rtPA &lt; 4.5 horas</a:t>
            </a:r>
          </a:p>
          <a:p>
            <a:r>
              <a:t>Escala NIHSS: Evaluación neurológica estandarizada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